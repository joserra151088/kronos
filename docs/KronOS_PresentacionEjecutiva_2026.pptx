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2A4A"/>
                </a:solidFill>
                <a:latin typeface="Arial"/>
              </a:rPr>
              <a:t>Horas Operativas Perdidas (estimado)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Horas perdidas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Registro
empleados (×10)</c:v>
                  </c:pt>
                  <c:pt idx="1">
                    <c:v>Tickets
soporte</c:v>
                  </c:pt>
                  <c:pt idx="2">
                    <c:v>Coordinación
médicos</c:v>
                  </c:pt>
                  <c:pt idx="3">
                    <c:v>Reinstalaciones
app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97</c:v>
                </c:pt>
                <c:pt idx="2">
                  <c:v>20</c:v>
                </c:pt>
                <c:pt idx="3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2A4A"/>
                </a:solidFill>
                <a:latin typeface="Arial"/>
              </a:rPr>
              <a:t>Costo Anual Estimado (MXN)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Plataforma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RUNAHR (~)</c:v>
                  </c:pt>
                  <c:pt idx="1">
                    <c:v>KronOS AWS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361000</c:v>
                </c:pt>
                <c:pt idx="1">
                  <c:v>119340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EJECUTIVA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KronOS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Control de Acceso y Gestión de Personal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3657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46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Dirección · Marzo 2026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800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365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1005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Problemática Actual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28600" y="17373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Impacto en Operaciones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" y="24688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KronOS: La Solución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" y="32004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Beneficios vs RUNAHR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" y="39319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Análisis de Costos AWS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3657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cubriremos hoy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91840" y="1097280"/>
            <a:ext cx="5486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presentación analiza los desafíos actuales con la plataforma RUNAHR, presenta los beneficios de KronOS como alternativa, y proyecta el impacto económico de la migración para 300 usuarios en infraestructura AWS.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0" y="3474720"/>
            <a:ext cx="1645920" cy="164592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Costo Real de la Dependencia RUNAHR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problemas críticos identificados en operaciones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2560320" cy="1554480"/>
          </a:xfrm>
          <a:prstGeom prst="rect">
            <a:avLst/>
          </a:prstGeom>
          <a:solidFill>
            <a:srgbClr val="DC2626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002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3 hrs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</a:rPr>
              <a:t>para registrar 1 empleado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2560320" cy="1554480"/>
          </a:xfrm>
          <a:prstGeom prst="rect">
            <a:avLst/>
          </a:prstGeom>
          <a:solidFill>
            <a:srgbClr val="D97706">
              <a:alpha val="8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6002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97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383280" y="2331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</a:rPr>
              <a:t>tickets generados (solo 3 incidencias)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2560320" cy="1554480"/>
          </a:xfrm>
          <a:prstGeom prst="rect">
            <a:avLst/>
          </a:prstGeom>
          <a:solidFill>
            <a:srgbClr val="DC2626">
              <a:alpha val="8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6002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1 hr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309360" y="2331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</a:rPr>
              <a:t>promedio por ticket de soporte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822960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3337560"/>
            <a:ext cx="2743200" cy="1280160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463040" y="3474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+4 registros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463040" y="3977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</a:rPr>
              <a:t>diarios por médico (exceso)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0" y="3337560"/>
            <a:ext cx="2743200" cy="1280160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3474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Registros no confiables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120640" y="3886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</a:rPr>
              <a:t>impiden conciliación correcta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5 Problemas Principales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1554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Registro Lento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Cada empleado nuevo requiere solicitarse vía correo/chat a RUNAHR. Tiempo promedio: 3 horas para completar el registro.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960120"/>
            <a:ext cx="73152" cy="1554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0515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900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Sin Comunicación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173736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Actualizaciones sin previo aviso generan fallas masivas. 3 incidencias fuertes han derivado en 97 tickets activos.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96012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960120"/>
            <a:ext cx="73152" cy="1554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0515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Alto Costo de Tickets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173736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Cada ticket consume ~1 hr de soporte: reinicio de servicios, módem, reinstalación de app y coordinación con médicos en sucursal.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645920" y="269748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645920" y="2697480"/>
            <a:ext cx="73152" cy="1554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1828800" y="27889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828800" y="3108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Registros No Confiables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828800" y="34747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Los registros de RUNAHR no permiten la conciliación correcta de días trabajados, horas y asistencia real.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69748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697480"/>
            <a:ext cx="73152" cy="1554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27889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3108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Exceso de Registros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0" y="34747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Los médicos realizan más de 4 registros diarios, saturando el sistema y generando datos incoherentes.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* Los tickets activos continúan reportándose al momento de esta presentación.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Impacto Acumulado en Operaciones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</a:rPr>
              <a:t>Tiempo Perdido por Incidencias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3840480" cy="777240"/>
          </a:xfrm>
          <a:prstGeom prst="rect">
            <a:avLst/>
          </a:prstGeom>
          <a:solidFill>
            <a:srgbClr val="DC2626">
              <a:alpha val="9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600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97 tickets × 1 hora = 97 horas de soporte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</a:rPr>
              <a:t>Solo en las 3 incidencias acumuladas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3840480" cy="777240"/>
          </a:xfrm>
          <a:prstGeom prst="rect">
            <a:avLst/>
          </a:prstGeom>
          <a:solidFill>
            <a:srgbClr val="D97706">
              <a:alpha val="9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 hrs × N empleados = tiempo de onboarding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</a:rPr>
              <a:t>Costo operativo elevado al incorporar personal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246120"/>
            <a:ext cx="3840480" cy="777240"/>
          </a:xfrm>
          <a:prstGeom prst="rect">
            <a:avLst/>
          </a:prstGeom>
          <a:solidFill>
            <a:srgbClr val="1B2A4A">
              <a:alpha val="9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337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Fallas activas sin resolución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F0"/>
                </a:solidFill>
              </a:rPr>
              <a:t>97 tickets siguen reportando fallas al cierre</a:t>
            </a:r>
            <a:endParaRPr lang="en-US" sz="10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4572000" y="1005840"/>
          <a:ext cx="42062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914400"/>
            <a:ext cx="6400800" cy="640080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0"/>
            <a:ext cx="2286000" cy="228600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548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D9488"/>
                </a:solidFill>
              </a:rPr>
              <a:t>LA SOLUCIÓN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00584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KronOS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594360" y="23774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total. Sin dependencias externas.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94360" y="2971800"/>
            <a:ext cx="41148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15468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 es una plataforma desarrollada internamente que elimina la dependencia de terceros para el control de asistencia, gestión de personal y comunicación organizacional. Diseñada para operar de forma autónoma en infraestructura AWS con control total de datos y configuraciones.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Beneficios de KronOS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39776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39776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9728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Alta velocidad de registro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Registro de empleado en minutos. Sin depender de soporte externo ni correos a RUNAHR.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960120"/>
            <a:ext cx="39776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960120"/>
            <a:ext cx="39776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09728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Comunicacion interna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41732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Sistema de anuncios con imagen y segmentacion por area, grupo o persona. Sin intermediarios.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331720"/>
            <a:ext cx="39776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331720"/>
            <a:ext cx="39776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46888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Registros confiables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278892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Bitacora de acceso precisa con control de duplicados. Datos fiables para conciliacion de nomina y RH.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331720"/>
            <a:ext cx="39776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331720"/>
            <a:ext cx="39776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246888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Autonomia y seguridad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278892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Datos propios en AWS. Autenticacion con JWT + 2FA. Sin actualizaciones sorpresa de terceros.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703320"/>
            <a:ext cx="39776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703320"/>
            <a:ext cx="39776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84048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Gestion de personal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416052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Organigrama, puestos, horarios, vacaciones, incapacidades y grupos. Todo integrado.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3703320"/>
            <a:ext cx="39776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3703320"/>
            <a:ext cx="39776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384048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Reportes y auditoria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0" y="416052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Dashboard ejecutivo, reportes exportables y log de auditoria completo por usuario.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KronOS vs RUNAHR — Comparativa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397764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274320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RUNAHR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KronOS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 de registro de empleado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 horas (correo/chat)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 minutos (autogestion)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Comunicacion de actualizaciones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aviso previo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total interno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Tickets por actualizaciones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97+ tickets activos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dependencias externas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Confiabilidad de registros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Fallas frecuentes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Bitacora en tiempo real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de datos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Tercero (RUNAHR)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Propio (AWS)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Soporte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Mesa de ayuda externa (3+ hrs)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 interno inmediato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Segmentacion de comunicados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disponible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area, grupo o persona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mensual (300 usuarios)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~$24,000 MXN estimado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~$2,000 MXN (infraestructura)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Analisis de Costos — AWS (300 usuarios)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5120640" cy="3931920"/>
        </p:xfrm>
        <a:graphic>
          <a:graphicData uri="http://schemas.openxmlformats.org/drawingml/2006/table">
            <a:tbl>
              <a:tblPr/>
              <a:tblGrid>
                <a:gridCol w="2651760"/>
                <a:gridCol w="1234440"/>
                <a:gridCol w="12344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Servicio AWS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USD/mes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MXN/mes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EC2 t3.medium (Backend Node.js)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RDS MySQL db.t3.micro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(Archivos y fotos, 100 GB)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CloudFront CDN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Load Balancer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53 (DNS)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CloudWatch (Monitoreo)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 (Notificaciones email)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INFRAESTRUCTURA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$105 USD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$1,945 MXN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760720" y="914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Resumen Anual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760720" y="1371600"/>
            <a:ext cx="3017520" cy="914400"/>
          </a:xfrm>
          <a:prstGeom prst="rect">
            <a:avLst/>
          </a:prstGeom>
          <a:solidFill>
            <a:srgbClr val="0D9488">
              <a:alpha val="9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5897880" y="1463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$23,340 MXN/año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89788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F3D0"/>
                </a:solidFill>
              </a:rPr>
              <a:t>Infraestructura AWS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760720" y="2423160"/>
            <a:ext cx="3017520" cy="914400"/>
          </a:xfrm>
          <a:prstGeom prst="rect">
            <a:avLst/>
          </a:prstGeom>
          <a:solidFill>
            <a:srgbClr val="1B2A4A">
              <a:alpha val="9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5897880" y="2514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$96,000 MXN/año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897880" y="2834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F0"/>
                </a:solidFill>
              </a:rPr>
              <a:t>Mantenimiento (20 hrs/mes)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60720" y="3474720"/>
            <a:ext cx="3017520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Text 10"/>
          <p:cNvSpPr/>
          <p:nvPr/>
        </p:nvSpPr>
        <p:spPr>
          <a:xfrm>
            <a:off x="5897880" y="3611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$119,340 MXN/año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897880" y="4069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Total KronOS en AWS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760720" y="46634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* Tipo de cambio: $18.50 MXN/USD · Mantenimiento: 20 hrs/mes a $400 MXN/hr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Comparativa de Inversion Anual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760720" y="914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</a:rPr>
              <a:t>Ahorro Potencial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760720" y="1463040"/>
            <a:ext cx="3108960" cy="1188720"/>
          </a:xfrm>
          <a:prstGeom prst="rect">
            <a:avLst/>
          </a:prstGeom>
          <a:solidFill>
            <a:srgbClr val="16A34A">
              <a:alpha val="9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5897880" y="16002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$241,660 MXN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897880" y="21488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</a:rPr>
              <a:t>Ahorro estimado por año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760720" y="2834640"/>
            <a:ext cx="310896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5897880" y="29718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67% reduccion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5897880" y="34290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</a:rPr>
              <a:t>en costos de plataforma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760720" y="3886200"/>
            <a:ext cx="310896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52160" y="39319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Estimacion RUNAHR incluye licencias (~$24K MXN/mes) + 97+ hrs soporte x $250 MXN/hr = ~$361K MXN/año. RUNAHR pricing es estimado de mercado.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657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SIGUIENTES PASOS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migrar exitosamente a KronOS y eliminar la dependencia de RUNAHR, proponemos el siguiente plan de accion por fases.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3474720"/>
            <a:ext cx="1371600" cy="13716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286000" y="4114800"/>
            <a:ext cx="914400" cy="91440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23360" y="36576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023360" y="365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63440" y="3657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Aprobacion y asignacion de presupuesto AWS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3440" y="5943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Aprobacion formal del proyecto y contratacion de infraestructura AWS (~$105 USD/mes).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23360" y="13258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13258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Migracion de datos y configuracion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15544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Importacion de empleados, puestos, horarios y sucursales desde RUNAHR a KronOS.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23360" y="22860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02336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63440" y="22860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Piloto en 1-2 sucursales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25146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Operacion paralela durante 30 dias para validar registros y ajustar configuraciones.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023360" y="324612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63440" y="32461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Rollout nacional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63440" y="34747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Despliegue a todas las sucursales y capacitacion del personal. Soporte de transicion.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023360" y="4206240"/>
            <a:ext cx="502920" cy="5029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4" name="Text 22"/>
          <p:cNvSpPr/>
          <p:nvPr/>
        </p:nvSpPr>
        <p:spPr>
          <a:xfrm>
            <a:off x="402336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663440" y="4206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Desactivacion de RUNAHR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63440" y="44348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Cancelacion de licencias RUNAHR. Ahorro inmediato.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457200"/>
            <a:ext cx="5486400" cy="5486400"/>
          </a:xfrm>
          <a:prstGeom prst="ellipse">
            <a:avLst/>
          </a:prstGeom>
          <a:solidFill>
            <a:srgbClr val="0D9488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D9488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100584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KronOS elimina costos, dependencias y fricciones operativas.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2606040"/>
            <a:ext cx="45720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83464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transicion a KronOS representa una reduccion del 67% en costos anuales de plataforma, eliminacion total de dependencias externas y control absoluto sobre los datos y operaciones de la organizacion.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D4F0"/>
                </a:solidFill>
              </a:rPr>
              <a:t>KronOS · Plataforma de Control de Acceso · Marzo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KronOS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KronOS — Presentación Ejecutiva 2026</dc:title>
  <dc:subject>PptxGenJS Presentation</dc:subject>
  <dc:creator>KronOS Team</dc:creator>
  <cp:lastModifiedBy>KronOS Team</cp:lastModifiedBy>
  <cp:revision>1</cp:revision>
  <dcterms:created xsi:type="dcterms:W3CDTF">2026-03-20T21:27:13Z</dcterms:created>
  <dcterms:modified xsi:type="dcterms:W3CDTF">2026-03-20T21:27:13Z</dcterms:modified>
</cp:coreProperties>
</file>