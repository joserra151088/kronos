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0"/>
            <a:ext cx="12192000" cy="548640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4572000" cy="64008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Acceso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Gestión de Asistencia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— Alta Dirección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291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  · 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62910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— Distribución Interna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de la plataforma Kronos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¿Qué es Kronos?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Monitoreo y salud en tiempo real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139696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96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Problemática que resuelve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151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Seguridad empresarial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90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Arquitectura tecnológica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Beneficios para la organización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12 módulos integrados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03520" y="1188720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188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Hoja de ruta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03520" y="1664208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1664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7 perfiles de usuario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03520" y="2139696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1396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Entregables del proyecto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03520" y="2615184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26151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Flujo de registro diario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03520" y="3090672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3090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Cierre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303520" y="3566160"/>
            <a:ext cx="54864" cy="25603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4068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Reportes y exportación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Kronos?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de gestión de asistencia y control de acceso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78992"/>
            <a:ext cx="3749040" cy="53492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2801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es una plataforma web empresarial que digitaliza y automatiza el control de asistencia del personal, eliminando los procesos manuales y proporcionando datos en tiempo real para la toma de decisiones.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5440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preciso.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inteligentes.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128016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37160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Validación GPS automática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1648" y="1682496"/>
            <a:ext cx="24780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Geovallas configurables por sucursal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37160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Registro en tiempo real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76288" y="1682496"/>
            <a:ext cx="24780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para notificaciones instantáneas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269748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278892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Reportes inteligentes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41648" y="3099816"/>
            <a:ext cx="24780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Asistencia, minutos trabajados, incidencias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269748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78892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Seguridad empresarial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76288" y="3099816"/>
            <a:ext cx="24780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RBAC con 7 roles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0" y="411480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42062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Monitoreo con gráfica de dona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41648" y="4517136"/>
            <a:ext cx="24780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salud en tiempo real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411480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42062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100% web responsive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4517136"/>
            <a:ext cx="247802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 de apps adicionales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control manual a la gestión digital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del proceso de asistencia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480560" cy="42062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075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ANTES — Proceso Manual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en papel o Excel, propenso a errores y alteraciones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validación de ubicación — registros falsos indetectables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6946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Reportes manuales tardíos, información siempre desactualizada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95351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trazabilidad de cambios ni historial de modificaciones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Proceso de nómina con errores por datos incorrectos o faltantes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72160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visibilidad del estado de asistencia en tiempo real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7B328"/>
                </a:solidFill>
              </a:rPr>
              <a:t>➜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69280" y="1280160"/>
            <a:ext cx="4663440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1307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AHORA — Con Kronos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180136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digital con validación GPS obligatoria en cada evento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218541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Geovallas por sucursal — imposible registrar fuera del área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256946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automatizados en PDF, Excel y CSV al instante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295351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Auditoría completa: usuario, rol, IP, fecha y hora exacta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3337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Datos precisos para nómina: minutos trabajados, incidencias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06440" y="37216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y mapa con presencia activa del personal en tiempo real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tecnológica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moderno, escalable y de código abierto — sin licencias privativas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42316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16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2423160" cy="457200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6916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+ Vite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" y="22585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DOM v6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28254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Client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33924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Variables (Dark/Light)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39593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Geolocation API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45262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SVG Charts (sin librerías)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1188720"/>
            <a:ext cx="242316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1216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1572768"/>
            <a:ext cx="2423160" cy="457200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8376" y="16916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+ Express.js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08376" y="22585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WebSockets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08376" y="28254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(jsonwebtoken)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08376" y="33924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bcryptjs (hash seguro)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08376" y="39593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Nodemailer (email reset)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08376" y="45262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 (archivos)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1188720"/>
            <a:ext cx="242316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1216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572768"/>
            <a:ext cx="2423160" cy="457200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16916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8.x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14416" y="22585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mysql2 driver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14416" y="28254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 dual-mode (mem+BD)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33924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Modo offline (sin MySQL)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14416" y="39593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 async con cola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14416" y="45262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UUID como IDs únicos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92440" y="1188720"/>
            <a:ext cx="242316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1216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Despliegue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92440" y="1572768"/>
            <a:ext cx="2423160" cy="457200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0456" y="16916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Nginx (proxy reverso)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0456" y="22585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 (proceso Node.js)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0456" y="28254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/ SSL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0456" y="339242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.env por entorno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0456" y="39593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del servidor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0456" y="45262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Estático desde /dist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módulos completamente integrados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end-to-end para la gestión de asistencia laboral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32588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1636776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GPS + estadísticas del día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1234440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32588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Eventos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35808" y="1636776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asistencia + edición manual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23560" y="1234440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132588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Incidencias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33288" y="1636776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y aprobación de permisos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1234440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32588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Reportes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0768" y="1636776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 y CSV en tiempo real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770632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86207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Sucursales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" y="3172968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Geocercas, horarios y tolerancias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2770632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286207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Empleados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35808" y="3172968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edición y gestión de usuarios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23560" y="2770632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286207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Grupos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33288" y="3172968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sucursales por zona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21040" y="2770632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2862072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30768" y="3172968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activa en tiempo real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306824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4398264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Administración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8328" y="4709160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roles, puestos, tipos incid.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26080" y="4306824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4398264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Auditoría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35808" y="4709160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e inmutable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23560" y="4306824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4398264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Logs / Salud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33288" y="4709160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 SVG + métricas del servidor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321040" y="4306824"/>
            <a:ext cx="2514600" cy="1389888"/>
          </a:xfrm>
          <a:prstGeom prst="roundRect">
            <a:avLst>
              <a:gd name="adj" fmla="val 5263"/>
            </a:avLst>
          </a:prstGeom>
          <a:solidFill>
            <a:srgbClr val="EAF2F8"/>
          </a:solidFill>
          <a:ln w="12700">
            <a:solidFill>
              <a:srgbClr val="C0D5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0768" y="4398264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Notificaciones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30768" y="4709160"/>
            <a:ext cx="229514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tiempo real (WebSocket)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perfiles de usuario con acceso diferenciado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granular por módulo y por sucursal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9966960" cy="347472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252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22529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0" y="122529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36192"/>
            <a:ext cx="9966960" cy="530352"/>
          </a:xfrm>
          <a:prstGeom prst="rect">
            <a:avLst/>
          </a:prstGeom>
          <a:solidFill>
            <a:srgbClr val="EAF2F8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09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Super Administrador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60934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total. Configura empresa, roles, módulos, usuarios, auditoría y logs.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64040" y="160934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9966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Agente de Soporte TI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19456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técnica de usuarios y monitoreo de salud y logs del sistema.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64040" y="21945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9966960" cy="530352"/>
          </a:xfrm>
          <a:prstGeom prst="rect">
            <a:avLst/>
          </a:prstGeom>
          <a:solidFill>
            <a:srgbClr val="EAF2F8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797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Supervisor de Sucursales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77977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registros e incidencias. Genera reportes de sus sucursales.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64040" y="27797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9966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64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Agente Control Asistencia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6499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manual de registros y generación de reportes.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64040" y="336499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77056"/>
            <a:ext cx="9966960" cy="530352"/>
          </a:xfrm>
          <a:prstGeom prst="rect">
            <a:avLst/>
          </a:prstGeom>
          <a:solidFill>
            <a:srgbClr val="EAF2F8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50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Visor de Reportes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95020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lectura. Consulta reportes y métricas sin modificar datos.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64040" y="39502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462272"/>
            <a:ext cx="9966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354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Médico Titular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4535424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asistencia. Puede trabajar en múltiples sucursales.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64040" y="45354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5047488"/>
            <a:ext cx="9966960" cy="530352"/>
          </a:xfrm>
          <a:prstGeom prst="rect">
            <a:avLst/>
          </a:prstGeom>
          <a:solidFill>
            <a:srgbClr val="EAF2F8"/>
          </a:solidFill>
          <a:ln w="6350">
            <a:solidFill>
              <a:srgbClr val="D0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120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Médico de Guardia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51206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la sucursal de guardia asignada por el día.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64040" y="5120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registro de asistencia diario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eventos — reinicio automático a medianoche — cooldown por día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004269"/>
          </a:solidFill>
          <a:ln w="19050">
            <a:solidFill>
              <a:srgbClr val="77B3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1463040"/>
            <a:ext cx="475488" cy="475488"/>
          </a:xfrm>
          <a:prstGeom prst="ellipse">
            <a:avLst/>
          </a:prstGeom>
          <a:solidFill>
            <a:srgbClr val="77B328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48132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al trabajo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62072" y="23317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B32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017520" y="1417320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004269"/>
          </a:solidFill>
          <a:ln w="19050">
            <a:solidFill>
              <a:srgbClr val="77B3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95928" y="1463040"/>
            <a:ext cx="475488" cy="475488"/>
          </a:xfrm>
          <a:prstGeom prst="ellipse">
            <a:avLst/>
          </a:prstGeom>
          <a:solidFill>
            <a:srgbClr val="77B328"/>
          </a:solidFill>
          <a:ln/>
        </p:spPr>
      </p:sp>
      <p:sp>
        <p:nvSpPr>
          <p:cNvPr id="16" name="Text 14"/>
          <p:cNvSpPr/>
          <p:nvPr/>
        </p:nvSpPr>
        <p:spPr>
          <a:xfrm>
            <a:off x="3995928" y="148132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🍽️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108960" y="25786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 comer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292608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pausa de alimentos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68112" y="23317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B32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623560" y="1417320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004269"/>
          </a:solidFill>
          <a:ln w="19050">
            <a:solidFill>
              <a:srgbClr val="77B3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1463040"/>
            <a:ext cx="475488" cy="475488"/>
          </a:xfrm>
          <a:prstGeom prst="ellipse">
            <a:avLst/>
          </a:prstGeom>
          <a:solidFill>
            <a:srgbClr val="77B328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148132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↩️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715000" y="25786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Regreso de comer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92608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Regreso a actividades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74152" y="233172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B328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229600" y="1417320"/>
            <a:ext cx="2423160" cy="2057400"/>
          </a:xfrm>
          <a:prstGeom prst="roundRect">
            <a:avLst>
              <a:gd name="adj" fmla="val 4444"/>
            </a:avLst>
          </a:prstGeom>
          <a:solidFill>
            <a:srgbClr val="004269"/>
          </a:solidFill>
          <a:ln w="19050">
            <a:solidFill>
              <a:srgbClr val="77B3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08008" y="1463040"/>
            <a:ext cx="475488" cy="475488"/>
          </a:xfrm>
          <a:prstGeom prst="ellipse">
            <a:avLst/>
          </a:prstGeom>
          <a:solidFill>
            <a:srgbClr val="77B328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148132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🔴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321040" y="25786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final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2926080"/>
            <a:ext cx="2240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jornada laboral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657600"/>
            <a:ext cx="9966960" cy="347472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68503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automáticas en cada registro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1148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Verificación GPS contra geovalla de la sucursal (radio configurable en metros)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411480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Los 4 registros se reinician automáticamente cada día a medianoche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51713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Cooldown de 1 hora entre registros — solo aplica dentro del mismo día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40680" y="451713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Si hay irregularidad, se solicita justificación sin bloquear el registro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9194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Registros de días anteriores NO son editables por el empleado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40680" y="49194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Corrección solo por supervisor con trazabilidad en auditoría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exportación de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precisa para nómina y toma de decisiones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200400" cy="42062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161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 de Asistencia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3200400" cy="164592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29260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salidas, ausencias y resumen por empleado. Filtrable por sucursal, grupo, período.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188720"/>
            <a:ext cx="3200400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2161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Reporte de Minutos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1609344"/>
            <a:ext cx="3200400" cy="164592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737360"/>
            <a:ext cx="29260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trabajadas, análisis de puntualidad y minutos de retraso acumulados por empleado.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188720"/>
            <a:ext cx="3200400" cy="42062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2161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Reporte de Incidencias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609344"/>
            <a:ext cx="3200400" cy="1645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737360"/>
            <a:ext cx="29260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permisos, faltas y justificaciones con estado de aprobación del supervisor.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9966960" cy="384048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438144"/>
            <a:ext cx="9784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exportación disponibles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95344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EAF2F8"/>
          </a:solidFill>
          <a:ln w="12700">
            <a:solidFill>
              <a:srgbClr val="B0C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98678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Ejecutivo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4297680"/>
            <a:ext cx="29809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logo corporativo, encabezados y paginación. Listo para presentar a dirección.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3895344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EAF2F8"/>
          </a:solidFill>
          <a:ln w="12700">
            <a:solidFill>
              <a:srgbClr val="B0C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398678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Excel (.xlsx)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67328" y="4297680"/>
            <a:ext cx="29809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análisis avanzado, tablas dinámicas y cruce con datos de nómina del ERP.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40880" y="3895344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EAF2F8"/>
          </a:solidFill>
          <a:ln w="12700">
            <a:solidFill>
              <a:srgbClr val="B0C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398678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CSV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50608" y="4297680"/>
            <a:ext cx="29809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cualquier sistema de BI, ERP o análisis de datos externo.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salud de la plataforma en tiempo real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técnico exclusivo para Super Admin y Soporte TI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Logs / Salud proporciona visibilidad total del estado técnico del servidor con gráfica de dona interactiva y actualización automática cada 30 segundos.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65960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Tiempo activo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276856"/>
            <a:ext cx="170078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desde el último reinicio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965960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Peticiones HTTP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41448" y="2276856"/>
            <a:ext cx="170078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requests procesados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18745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1965960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Errores última hora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98848" y="2276856"/>
            <a:ext cx="170078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errores / 60 min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18745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1965960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Memoria RAM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56248" y="2276856"/>
            <a:ext cx="170078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+ RSS del proceso Node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03920" y="18745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AF2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1965960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Base de datos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13648" y="2276856"/>
            <a:ext cx="1700784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conexión MySQL live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846320" cy="347472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935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Gráfica de dona SVG — Distribución de eventos por nivel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50208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EAF2F8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4164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gráfica interactiva muestra la distribución de eventos del buffer (máx 200) por nivel, con hover para ver el conteo y porcentaje de cada segmento.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4773168"/>
            <a:ext cx="164592" cy="16459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75488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Errores críticos del servidor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5084064"/>
            <a:ext cx="164592" cy="16459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06577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Advertencias del sistema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5394960"/>
            <a:ext cx="164592" cy="1645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76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Mensajes informativos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5705856"/>
            <a:ext cx="164592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68756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 eventos (sistema limpio)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3566160"/>
            <a:ext cx="4937760" cy="347472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5935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Estados de salud del sistema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4005072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4059936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Operativo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405993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errores/hora y BD conectada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0" y="4791456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48463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Degradado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60920" y="48463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errores/hora o BD desconectada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557784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EBE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5632704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Crítico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60920" y="563270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 errores/hora — acción inmediata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nivel empresarial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capas de protección para datos y accesos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0A2A3E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firmados con expiración de 8 horas. Sin sesiones en el servidor.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13716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0A2A3E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53619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20848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(hash)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45059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hasheadas con salt. Nunca almacenadas en texto plano.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0A2A3E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53619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52360" y="20848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7 roles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245059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rol. 12 módulos configurables por perfil.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0A2A3E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3931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11480" y="41879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Geovalla obligatoria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55371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GPS en cada registro. Imposible registrar fuera del área.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34747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0A2A3E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63931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931920" y="41879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455371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registra usuario, rol, IP, fecha y hora exacta.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347472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0A2A3E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63931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452360" y="41879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seguro de contraseña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4553712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UUID de 1 hora por correo. Un solo uso. Anti-enumeración.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la organización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medible en eficiencia, costos y control operativo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983480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8074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Reducción de costos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983480" cy="206654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92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 papel y procesos manuales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 errores en cálculo de nómina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535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inversión en hardware adicional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1325880"/>
            <a:ext cx="4983480" cy="42062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550408" y="138074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Mayor eficiencia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40680" y="1746504"/>
            <a:ext cx="4983480" cy="2066544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892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al instante (antes: días)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2356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Aprobaciones digitales sin desplazamientos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23560" y="29535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 desde cualquier dispositivo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983480" cy="42062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9867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Control y cumplimiento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352544"/>
            <a:ext cx="4983480" cy="2066544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988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Imposible falsificar registros GPS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Auditoría inmutable de todos los cambios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5595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Cumplimiento de normativas laborales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0680" y="3931920"/>
            <a:ext cx="4983480" cy="42062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5550408" y="39867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Decisiones con datos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4352544"/>
            <a:ext cx="4983480" cy="206654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44988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Visibilidad de presencia en tiempo real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23560" y="5029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KPIs de puntualidad por sucursal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55595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Tendencias históricas exportables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42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y plataforma lista para producción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64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353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Plataforma web Kronos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" y="17373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+ Backend Node.js + Base de datos MySQL configurada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1261872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1353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Documentación técnica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68696" y="17373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API REST, guía de instalación y mantenimiento (DOCX)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560320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2651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Presentación ejecutiva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" y="30358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para alta dirección (PPTX, 13 slides)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560320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2651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Acta de entrega formal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68696" y="30358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oficial con inventario, criterios de aceptación y firmas (PDF)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858768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39502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Manual del empleado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" y="433425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uso paso a paso para registro de asistencia (PDF, 7 páginas)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3858768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696" y="39502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Manual administrativo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68696" y="433425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supervisores, agentes y administradores (PDF, 9 páginas)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5157216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524865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Plantilla de configuración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" y="56327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con todas las variables de entorno documentadas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5157216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EAF2F8"/>
          </a:solidFill>
          <a:ln w="10160">
            <a:solidFill>
              <a:srgbClr val="B0C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524865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Soporte de puesta en marcha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68696" y="56327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inicial, datos maestros y capacitación de primer acceso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77B3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preciso. Decisiones inteligentes.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Acceso y Gestión de Asistencia — Versión 1.0 —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29107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Kronos — Sistema de Control de Acceso y Asistencia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— Presentación Ejecutiva</dc:title>
  <dc:subject>Presentación Ejecutiva — Alta Dirección</dc:subject>
  <dc:creator>Kronos Platform</dc:creator>
  <cp:lastModifiedBy>Kronos Platform</cp:lastModifiedBy>
  <cp:revision>1</cp:revision>
  <dcterms:created xsi:type="dcterms:W3CDTF">2026-03-14T18:25:28Z</dcterms:created>
  <dcterms:modified xsi:type="dcterms:W3CDTF">2026-03-14T18:25:28Z</dcterms:modified>
</cp:coreProperties>
</file>